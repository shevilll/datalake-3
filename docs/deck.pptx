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Datalake FaceAuth — Hackathon 7.0 Deck. Slide-by-slide content; each `---` is a slide boundary.
Convert with: `marp deck.md -o deck.pptx` (or `-o deck.pdf`) using the Marp CLI.
**Notes:** are speaker notes; **Visual:** are screenshot/illustration cues.
~12 slides, ~7–9 minute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 FaceAuth</dc:title>
  <dc:subject>PptxGenJS Presentation</dc:subject>
  <dc:creator>Created by Marp</dc:creator>
  <cp:lastModifiedBy>Created by Marp</cp:lastModifiedBy>
  <cp:revision>1</cp:revision>
  <dcterms:created xsi:type="dcterms:W3CDTF">2026-05-30T16:24:15Z</dcterms:created>
  <dcterms:modified xsi:type="dcterms:W3CDTF">2026-05-30T16:24:15Z</dcterms:modified>
</cp:coreProperties>
</file>